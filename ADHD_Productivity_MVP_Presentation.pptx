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ADHD Productivity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AI-Based ADHD Productivity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CFF"/>
                </a:solidFill>
              </a:defRPr>
            </a:pPr>
            <a:r>
              <a:t>May 5, 2026 | Rishi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Project Overview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🧠 Mission: Intelligent ADHD productivity support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Problem Statement: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ADHD affects 5-10% of global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Productivity challenges: distractions, time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Mental health struggles: stress, anxiety, depression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Need for personalized, real-time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Solution: AI-powered analytics + behavioral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Key Objectives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Detect ADHD risk factors using behavioral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Monitor real-time mental health and stress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Generate personalized productivity interventions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Provide interactive AI chatbot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Ensure efficient, scalable ML inference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Achieve production-ready reliability and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System Architecture 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🎨 Frontend Layer: Streamlit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Chat interface, real-time score display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Session management &amp;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⚙️ API Layer: FastAPI (15+ endpoints)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/calculate_scores, /chat, /get_interventions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🚀 Optimized Inference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Model caching (1343x improvement)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Batch processing &amp; prediction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🤖 ML Models Layer: 4 Production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• CatBoost, RandomForest, TF-IDF + Logistic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Core Features 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🧬 ADHD Risk Assessment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Behavioral pattern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Real-time risk scoring (0-100)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📊 Productivity Scoring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Task completion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Focus &amp; output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🧘 Mental Health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Multi-level stress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Depression risk assessment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💬 Interactive Chatbot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ADHD-specific guidance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Offline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ML Models Deployed 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1️⃣ ADHD Risk Model (CatBoost) - 345 KB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→ Predicts ADHD risk probability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2️⃣ Productivity Model (CatBoost) - 178 KB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→ Estimates productivity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3️⃣ Mental Health NLP (TF-IDF + LogReg) - 454 KB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→ Text-based stress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4️⃣ Student Depression (RandomForest) - 696 KB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→ Student mental health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Performance &amp; Optimization 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🚀 Optimization Techniques: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Model caching (1343x improvement)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Batch prediction (1.7-2x)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Prediction caching (instant)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Feature alignment (30-40%)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Thread safety (stable)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Memory efficiency (bounded)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📈 Performance Results: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Cold startup: 5x faster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API response: 50-100ms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Throughput: 80-120 req/s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Memory: 200-300MB bounded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✅ Total Improvement: 10-500x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Key Achievements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Quality: 100% test pass rate (32/32 tests passing)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Deployment: 4 ML models production-ready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Scale: 15+ API endpoints functional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Optimization: 6 optimization techniques integrated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Documentation: 15+ comprehensive guides (82+ KB)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✅ Performance: 10-500x improvement across all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Applications &amp; Future Scope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Current Applications: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Student mental health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Workplace productivity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Clinical ADHD assessment support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Remote mental health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Future Enhancements: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Wearable data integration (heart rate, sleep)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Advanced NLP (BERT, transformers)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Mobile app (React Native)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Telehealth professional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• Multi-language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Project Impact &amp;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🎯 Complete system ready for production deployment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📊 Proven performance: 10-500x optimization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✅ All systems operational &amp; thoroughly tested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🟢 READY FOR IMMEDIATE DEPLOYMENT &amp; USER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